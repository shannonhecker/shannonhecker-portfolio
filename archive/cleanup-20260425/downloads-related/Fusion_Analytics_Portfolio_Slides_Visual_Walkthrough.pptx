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Fusion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J.P. Morgan – Complex, Data-Driven UI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Fusion Analytics Dashboard was part of an internal transformation initiative at J.P. Morgan to centralize and modernize data access for trading and operations teams.</a:t>
            </a:r>
          </a:p>
          <a:p/>
          <a:p>
            <a:r>
              <a:t>The goal was to design a scalable, intuitive platform to explore Fusion Data Cubes — enabling users to analyse, filter, and visualise large volumes of complex data through a responsive, accessible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Led UI/Visual Design for the Fusion Analytics experience.</a:t>
            </a:r>
          </a:p>
          <a:p>
            <a:r>
              <a:t>• Defined the visual identity and layout for complex data views.</a:t>
            </a:r>
          </a:p>
          <a:p>
            <a:r>
              <a:t>• Collaborated daily with product owners, developers, and accessibility experts.</a:t>
            </a:r>
          </a:p>
          <a:p>
            <a:r>
              <a:t>• Built reusable Figma components using Salt Design System.</a:t>
            </a:r>
          </a:p>
          <a:p>
            <a:r>
              <a:t>• Ensured ADA/WCAG compliance across key screens.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Conducted interviews with internal users to understand key pain points.</a:t>
            </a:r>
          </a:p>
          <a:p>
            <a:r>
              <a:t>• Created journey maps and workflow diagrams based on real use cases.</a:t>
            </a:r>
          </a:p>
          <a:p>
            <a:r>
              <a:t>• Developed low to high-fidelity prototypes in Figma.</a:t>
            </a:r>
          </a:p>
          <a:p>
            <a:r>
              <a:t>• Worked closely with developers for pixel-perfect handoff.</a:t>
            </a:r>
          </a:p>
          <a:p>
            <a:r>
              <a:t>• Validated interactions through internal testing 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for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flexible templates to accommodate different cube data structures.</a:t>
            </a:r>
          </a:p>
          <a:p>
            <a:r>
              <a:t>• Supported advanced filtering, sorting, and grouping of large datasets.</a:t>
            </a:r>
          </a:p>
          <a:p>
            <a:r>
              <a:t>• Integrated with custom charting tools to render high-density visualisations.</a:t>
            </a:r>
          </a:p>
          <a:p>
            <a:r>
              <a:t>• Prioritised clarity, speed, and accessibility in the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Delivered a cohesive, scalable analytics experience used by multiple teams.</a:t>
            </a:r>
          </a:p>
          <a:p>
            <a:r>
              <a:t>• Significantly improved data access time and reduced user frustration.</a:t>
            </a:r>
          </a:p>
          <a:p>
            <a:r>
              <a:t>• Established Figma design patterns adopted across Fusion tools.</a:t>
            </a:r>
          </a:p>
          <a:p>
            <a:r>
              <a:t>• Set a strong accessibility baseline for future projects.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Figma (components, auto-layout, tokens, prototyping)</a:t>
            </a:r>
          </a:p>
          <a:p>
            <a:r>
              <a:t>• Design Systems (Salt Design System)</a:t>
            </a:r>
          </a:p>
          <a:p>
            <a:r>
              <a:t>• Data Visualization &amp; UI for large datasets</a:t>
            </a:r>
          </a:p>
          <a:p>
            <a:r>
              <a:t>• Accessibility (ADA/WCAG)</a:t>
            </a:r>
          </a:p>
          <a:p>
            <a:r>
              <a:t>• Stakeholder Communication &amp;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Workflow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Map showing user journey across Fusion dashboard (Replace with real screenshot)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Wireframes &amp; Iterations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Early Figma wireframes to test interactions and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High-Fidelity Designs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Final Figma screens showing data visualisation and filtering logic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System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How Salt Design System components were applied for consistency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in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Highlight of accessible UI patterns for ADA/WCAG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